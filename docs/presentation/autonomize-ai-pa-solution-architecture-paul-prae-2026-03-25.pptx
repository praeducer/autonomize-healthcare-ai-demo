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Prior Authorization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for a Large US Health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Prae  |  Principal AI Engineer &amp; Architect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www.paulprae.com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8173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 processing costs $10.97 in labor per provider transaction (CAQH 2024 Index), takes days, and burns out clinical staff — 93% of physicians say PA delays patient care (AMA 2024 Survey). On the payer side, each manual transaction costs $3.52 versus roughly $0.05 when fully electronic.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— Altais + Autonomize AI (Feb 2026)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77640"/>
          <a:ext cx="10817352" cy="914400"/>
        </p:xfrm>
        <a:graphic>
          <a:graphicData uri="http://schemas.openxmlformats.org/drawingml/2006/table">
            <a:tbl>
              <a:tblPr/>
              <a:tblGrid>
                <a:gridCol w="5408676"/>
                <a:gridCol w="540867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review time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error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Auto-determination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5650992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Autonomize AI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Request Lifecycle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0817352" cy="16005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3109287"/>
            <a:ext cx="10817352" cy="107442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3109287"/>
            <a:ext cx="73152" cy="107442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109287"/>
            <a:ext cx="10634472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process: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Intake (OCR/extraction) → Validate (eligibility) → AI Review (coverage matching + confidence scoring) → Route (auto-approve / human review / pend) → Respond (payer core writeback + provider notification)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Proof of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17352" cy="7772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7772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working proof of concept to validate this architecture. It demonstrates the core clinical review flow — steps 4 and 5 of the lifecycle.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7879" y="2286000"/>
            <a:ext cx="589319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0817352" cy="33942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90298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PA requests via multiple channels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Fax, Portal, X12 278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clinical review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 on Genesis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Plan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Eligibility, benefits, clinical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FHIR 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355" y="1371600"/>
            <a:ext cx="3264241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benefits of these specific technical choices: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Safety-first determination routing — confidence thresholds route low-certainty cases to human reviewers; no case is ever auto-denied without clinical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confidence thresholds — start conservative, tune with real performance data as the system learns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CMS-0057-F compliance readiness — FHIR R4 foundation meets the Jan 2027 API deadline without re-architecture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29768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Azure-native deployment — leverages Autonomize's existing Azure ecosystem, Pegasus Program membership, and Marketplace presence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07492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 — every determination records model version, input hash, reasoning, evidence, and confidence for 7-year regulatory retention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Security Risks &amp; Mitigations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17352" cy="914400"/>
        </p:xfrm>
        <a:graphic>
          <a:graphicData uri="http://schemas.openxmlformats.org/drawingml/2006/table">
            <a:tbl>
              <a:tblPr/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1: Architectural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2: Operational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exposure through AI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tokenization before LLM — AI sees clinical facts without patient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API: zero data retention for model training (enterprise terms)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via clinical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sanitization + system prompt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validation requiring evidence citations — hallucinated claims fail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Untraceable AI decisions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Tamper-proof audit trail: model version, input hash, reasoning, evidence,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7-year retention with append-only writes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3044952"/>
            <a:ext cx="10817352" cy="7772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3044952"/>
            <a:ext cx="73152" cy="7772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044952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controls: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RBAC, AES-256 at rest, TLS 1.2+ in transit, private endpoints, no auto-deny without human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0: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the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AI PA review with mock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MVP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LOB, single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PA processing with human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Multi-channel, multi-LOB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Fax OCR, legacy data, LOB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scale, compliance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channels, 20 LOBs, CMS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3429000"/>
            <a:ext cx="10817352" cy="7772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3429000"/>
            <a:ext cx="73152" cy="7772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42900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a deployable, demonstrable system. Decision gates between phases use real performance data to scope the next phase.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Starters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ServiceNow partnership change the payer integration strategy?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target auto-determination rate for Phase 1?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Genesis Platform handle coverage criteria updates?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What's the Azure AI Foundry Agent Service integration status?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70916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LOB is the ideal Phase 1 candidate?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What's been the biggest integration challenge with existing payer deployments?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Clinical Data Integration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0817352" cy="45256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AI Model Monitoring &amp; Feedback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0817352" cy="32148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723611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5317971"/>
            <a:ext cx="10817352" cy="854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 monitoring — track overturn rate (human overrides AI), appeal rate, accuracy trends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evals — golden test cases benchmarked on schedule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distribution — shifts signal model or data changes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Scaling to 20 LOBs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17352" cy="914400"/>
        </p:xfrm>
        <a:graphic>
          <a:graphicData uri="http://schemas.openxmlformats.org/drawingml/2006/table">
            <a:tbl>
              <a:tblPr/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Multi-instance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2660904"/>
            <a:ext cx="10817352" cy="7772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2660904"/>
            <a:ext cx="73152" cy="7772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660904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multi-tenant with per-LOB configuration. Autonomize Genesis Platform already supports it. Deploy separate instances only where regulation requires physical isolation.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3575304"/>
            <a:ext cx="10817352" cy="7772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575304"/>
            <a:ext cx="73152" cy="7772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575304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unknowns: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 depends on actual LOB rule complexity and regulatory requirements — both are discovery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References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$10.97 manual PA labor cost (provider)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$3.52 manual PA labor cost (payer)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 electronic PA cost (payer)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PA review time reduction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manual error reduction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auto-determination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of physicians say PA delays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 2024 Prior Auth Survey, p.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Phase 1 operational 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Interoperability Final Rule Fact Sheet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Phase 2 APIs due Jan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Interoperability Final Rule Fact Sheet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live at 3 of 5 largest US plans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(BusinessWire Feb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 on Azure Marketplace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Marketplace listing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+ ServiceNow partnership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BusinessWire 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models in Azure AI Foundry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Learn 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Genesis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GlobeNewsWire Apr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Pegasus Program member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BusinessWire Nov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2026-03-25T18:02:38Z</dcterms:created>
  <dcterms:modified xsi:type="dcterms:W3CDTF">2026-03-25T18:02:38Z</dcterms:modified>
</cp:coreProperties>
</file>